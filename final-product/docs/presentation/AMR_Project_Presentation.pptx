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98193ec-79df-ba21-6b82-2318e6a20d84}">
          <p14:sldIdLst>
            <p14:sldId id="256"/>
            <p14:sldId id="257"/>
          </p14:sldIdLst>
        </p14:section>
        <p14:section name="Hardware" id="{37d6f46d-a8a5-d899-d887-efe363ac3fad}">
          <p14:sldIdLst>
            <p14:sldId id="258"/>
          </p14:sldIdLst>
        </p14:section>
        <p14:section name="Architecture" id="{4c013d89-9a32-a50e-afab-e4fdc0709984}">
          <p14:sldIdLst>
            <p14:sldId id="259"/>
            <p14:sldId id="260"/>
            <p14:sldId id="261"/>
          </p14:sldIdLst>
        </p14:section>
        <p14:section name="Communication" id="{bce52926-ec33-65cc-cb07-4ddf5a48e245}">
          <p14:sldIdLst>
            <p14:sldId id="262"/>
          </p14:sldIdLst>
        </p14:section>
        <p14:section name="Embedded control" id="{fb51915e-f755-c5c1-00ce-4f2d8fb3e532}">
          <p14:sldIdLst>
            <p14:sldId id="263"/>
            <p14:sldId id="264"/>
            <p14:sldId id="265"/>
          </p14:sldIdLst>
        </p14:section>
        <p14:section name="Base controller" id="{0f989be0-de6a-0139-1bb0-9a740c83e89b}">
          <p14:sldIdLst>
            <p14:sldId id="266"/>
            <p14:sldId id="267"/>
          </p14:sldIdLst>
        </p14:section>
        <p14:section name="Mapping" id="{6873699a-fea6-2353-d8c7-46669c560608}">
          <p14:sldIdLst>
            <p14:sldId id="268"/>
          </p14:sldIdLst>
        </p14:section>
        <p14:section name="Navigation" id="{8a181b91-c68c-f127-85c6-e25b1f913106}">
          <p14:sldIdLst>
            <p14:sldId id="269"/>
          </p14:sldIdLst>
        </p14:section>
        <p14:section name="Using the product" id="{e6dba23d-b830-323f-bf66-091a06494638}">
          <p14:sldIdLst>
            <p14:sldId id="270"/>
          </p14:sldIdLst>
        </p14:section>
        <p14:section name="Status" id="{1a15cbe6-9df0-2a51-d459-de6be985d862}">
          <p14:sldIdLst>
            <p14:sldId id="271"/>
          </p14:sldIdLst>
        </p14:section>
        <p14:section name="Resources" id="{376be587-5ed4-b5ff-986e-2f3f35022ab6}">
          <p14:sldIdLst>
            <p14:sldId id="272"/>
          </p14:sldIdLst>
        </p14:section>
        <p14:section name="Close" id="{2f2f8732-40f6-0f97-1ec0-8892d551068a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Feed-forward PWM vs wheel speed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Left wheel</c:v>
                </c:pt>
              </c:strCache>
            </c:strRef>
          </c:tx>
          <c:spPr>
            <a:solidFill>
              <a:srgbClr val="F28C28"/>
            </a:solidFill>
            <a:ln w="31750" cap="flat">
              <a:solidFill>
                <a:srgbClr val="F28C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C28"/>
              </a:solidFill>
              <a:ln w="9525" cap="flat">
                <a:solidFill>
                  <a:srgbClr val="F28C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62</c:v>
                </c:pt>
                <c:pt idx="2">
                  <c:v>111</c:v>
                </c:pt>
                <c:pt idx="3">
                  <c:v>161</c:v>
                </c:pt>
                <c:pt idx="4">
                  <c:v>211</c:v>
                </c:pt>
                <c:pt idx="5">
                  <c:v>260</c:v>
                </c:pt>
                <c:pt idx="6">
                  <c:v>310</c:v>
                </c:pt>
                <c:pt idx="7">
                  <c:v>360</c:v>
                </c:pt>
                <c:pt idx="8">
                  <c:v>410</c:v>
                </c:pt>
                <c:pt idx="9">
                  <c:v>459</c:v>
                </c:pt>
                <c:pt idx="10">
                  <c:v>509</c:v>
                </c:pt>
                <c:pt idx="11">
                  <c:v>559</c:v>
                </c:pt>
                <c:pt idx="12">
                  <c:v>608</c:v>
                </c:pt>
                <c:pt idx="13">
                  <c:v>658</c:v>
                </c:pt>
                <c:pt idx="14">
                  <c:v>708</c:v>
                </c:pt>
                <c:pt idx="15">
                  <c:v>758</c:v>
                </c:pt>
                <c:pt idx="16">
                  <c:v>807</c:v>
                </c:pt>
                <c:pt idx="17">
                  <c:v>857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Right wheel</c:v>
                </c:pt>
              </c:strCache>
            </c:strRef>
          </c:tx>
          <c:spPr>
            <a:solidFill>
              <a:srgbClr val="2E86AB"/>
            </a:solidFill>
            <a:ln w="3175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56</c:v>
                </c:pt>
                <c:pt idx="2">
                  <c:v>99</c:v>
                </c:pt>
                <c:pt idx="3">
                  <c:v>143</c:v>
                </c:pt>
                <c:pt idx="4">
                  <c:v>186</c:v>
                </c:pt>
                <c:pt idx="5">
                  <c:v>230</c:v>
                </c:pt>
                <c:pt idx="6">
                  <c:v>273</c:v>
                </c:pt>
                <c:pt idx="7">
                  <c:v>317</c:v>
                </c:pt>
                <c:pt idx="8">
                  <c:v>360</c:v>
                </c:pt>
                <c:pt idx="9">
                  <c:v>404</c:v>
                </c:pt>
                <c:pt idx="10">
                  <c:v>447</c:v>
                </c:pt>
                <c:pt idx="11">
                  <c:v>491</c:v>
                </c:pt>
                <c:pt idx="12">
                  <c:v>534</c:v>
                </c:pt>
                <c:pt idx="13">
                  <c:v>578</c:v>
                </c:pt>
                <c:pt idx="14">
                  <c:v>622</c:v>
                </c:pt>
                <c:pt idx="15">
                  <c:v>665</c:v>
                </c:pt>
                <c:pt idx="16">
                  <c:v>709</c:v>
                </c:pt>
                <c:pt idx="17">
                  <c:v>752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C6B7A"/>
                    </a:solidFill>
                    <a:latin typeface="+mn-lt"/>
                  </a:rPr>
                  <a:t>wheel speed (rad/s)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23"/>
          <c:min val="0"/>
        </c:scaling>
        <c:delete val="0"/>
        <c:axPos val="l"/>
        <c:majorGridlines>
          <c:spPr>
            <a:ln w="6350" cap="flat">
              <a:solidFill>
                <a:srgbClr val="D9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C6B7A"/>
                    </a:solidFill>
                    <a:latin typeface="+mn-lt"/>
                  </a:rPr>
                  <a:t>PWM (of 1023)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Latency compensation (simulated, 60 ms delay)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position error (mm)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A34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compensation</c:v>
                  </c:pt>
                  <c:pt idx="1">
                    <c:v>With ESP32 stamps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39.3</c:v>
                </c:pt>
                <c:pt idx="1">
                  <c:v>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C6B7A"/>
                    </a:solidFill>
                    <a:latin typeface="+mn-lt"/>
                  </a:rPr>
                  <a:t>mm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Encoder latency per 10-s window (ms)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</c:v>
                </c:pt>
              </c:strCache>
            </c:strRef>
          </c:tx>
          <c:spPr>
            <a:solidFill>
              <a:srgbClr val="C0392B"/>
            </a:solidFill>
            <a:ln w="190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Sheet1!$A$2:$A$140</c:f>
              <c:multiLvlStrCache>
                <c:ptCount val="139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  <c:pt idx="7">
                    <c:v>80</c:v>
                  </c:pt>
                  <c:pt idx="8">
                    <c:v>90</c:v>
                  </c:pt>
                  <c:pt idx="9">
                    <c:v>100</c:v>
                  </c:pt>
                  <c:pt idx="10">
                    <c:v>110</c:v>
                  </c:pt>
                  <c:pt idx="11">
                    <c:v>120</c:v>
                  </c:pt>
                  <c:pt idx="12">
                    <c:v>130</c:v>
                  </c:pt>
                  <c:pt idx="13">
                    <c:v>140</c:v>
                  </c:pt>
                  <c:pt idx="14">
                    <c:v>150</c:v>
                  </c:pt>
                  <c:pt idx="15">
                    <c:v>160</c:v>
                  </c:pt>
                  <c:pt idx="16">
                    <c:v>170</c:v>
                  </c:pt>
                  <c:pt idx="17">
                    <c:v>180</c:v>
                  </c:pt>
                  <c:pt idx="18">
                    <c:v>190</c:v>
                  </c:pt>
                  <c:pt idx="19">
                    <c:v>200</c:v>
                  </c:pt>
                  <c:pt idx="20">
                    <c:v>210</c:v>
                  </c:pt>
                  <c:pt idx="21">
                    <c:v>220</c:v>
                  </c:pt>
                  <c:pt idx="22">
                    <c:v>230</c:v>
                  </c:pt>
                  <c:pt idx="23">
                    <c:v>240</c:v>
                  </c:pt>
                  <c:pt idx="24">
                    <c:v>250</c:v>
                  </c:pt>
                  <c:pt idx="25">
                    <c:v>260</c:v>
                  </c:pt>
                  <c:pt idx="26">
                    <c:v>270</c:v>
                  </c:pt>
                  <c:pt idx="27">
                    <c:v>280</c:v>
                  </c:pt>
                  <c:pt idx="28">
                    <c:v>290</c:v>
                  </c:pt>
                  <c:pt idx="29">
                    <c:v>300</c:v>
                  </c:pt>
                  <c:pt idx="30">
                    <c:v>310</c:v>
                  </c:pt>
                  <c:pt idx="31">
                    <c:v>320</c:v>
                  </c:pt>
                  <c:pt idx="32">
                    <c:v>330</c:v>
                  </c:pt>
                  <c:pt idx="33">
                    <c:v>340</c:v>
                  </c:pt>
                  <c:pt idx="34">
                    <c:v>350</c:v>
                  </c:pt>
                  <c:pt idx="35">
                    <c:v>360</c:v>
                  </c:pt>
                  <c:pt idx="36">
                    <c:v>370</c:v>
                  </c:pt>
                  <c:pt idx="37">
                    <c:v>380</c:v>
                  </c:pt>
                  <c:pt idx="38">
                    <c:v>390</c:v>
                  </c:pt>
                  <c:pt idx="39">
                    <c:v>400</c:v>
                  </c:pt>
                  <c:pt idx="40">
                    <c:v>410</c:v>
                  </c:pt>
                  <c:pt idx="41">
                    <c:v>420</c:v>
                  </c:pt>
                  <c:pt idx="42">
                    <c:v>430</c:v>
                  </c:pt>
                  <c:pt idx="43">
                    <c:v>440</c:v>
                  </c:pt>
                  <c:pt idx="44">
                    <c:v>450</c:v>
                  </c:pt>
                  <c:pt idx="45">
                    <c:v>460</c:v>
                  </c:pt>
                  <c:pt idx="46">
                    <c:v>470</c:v>
                  </c:pt>
                  <c:pt idx="47">
                    <c:v>480</c:v>
                  </c:pt>
                  <c:pt idx="48">
                    <c:v>490</c:v>
                  </c:pt>
                  <c:pt idx="49">
                    <c:v>500</c:v>
                  </c:pt>
                  <c:pt idx="50">
                    <c:v>510</c:v>
                  </c:pt>
                  <c:pt idx="51">
                    <c:v>520</c:v>
                  </c:pt>
                  <c:pt idx="52">
                    <c:v>530</c:v>
                  </c:pt>
                  <c:pt idx="53">
                    <c:v>540</c:v>
                  </c:pt>
                  <c:pt idx="54">
                    <c:v>550</c:v>
                  </c:pt>
                  <c:pt idx="55">
                    <c:v>560</c:v>
                  </c:pt>
                  <c:pt idx="56">
                    <c:v>570</c:v>
                  </c:pt>
                  <c:pt idx="57">
                    <c:v>580</c:v>
                  </c:pt>
                  <c:pt idx="58">
                    <c:v>590</c:v>
                  </c:pt>
                  <c:pt idx="59">
                    <c:v>600</c:v>
                  </c:pt>
                  <c:pt idx="60">
                    <c:v>610</c:v>
                  </c:pt>
                  <c:pt idx="61">
                    <c:v>620</c:v>
                  </c:pt>
                  <c:pt idx="62">
                    <c:v>630</c:v>
                  </c:pt>
                  <c:pt idx="63">
                    <c:v>640</c:v>
                  </c:pt>
                  <c:pt idx="64">
                    <c:v>650</c:v>
                  </c:pt>
                  <c:pt idx="65">
                    <c:v>660</c:v>
                  </c:pt>
                  <c:pt idx="66">
                    <c:v>670</c:v>
                  </c:pt>
                  <c:pt idx="67">
                    <c:v>680</c:v>
                  </c:pt>
                  <c:pt idx="68">
                    <c:v>690</c:v>
                  </c:pt>
                  <c:pt idx="69">
                    <c:v>700</c:v>
                  </c:pt>
                  <c:pt idx="70">
                    <c:v>710</c:v>
                  </c:pt>
                  <c:pt idx="71">
                    <c:v>720</c:v>
                  </c:pt>
                  <c:pt idx="72">
                    <c:v>730</c:v>
                  </c:pt>
                  <c:pt idx="73">
                    <c:v>740</c:v>
                  </c:pt>
                  <c:pt idx="74">
                    <c:v>750</c:v>
                  </c:pt>
                  <c:pt idx="75">
                    <c:v>760</c:v>
                  </c:pt>
                  <c:pt idx="76">
                    <c:v>770</c:v>
                  </c:pt>
                  <c:pt idx="77">
                    <c:v>780</c:v>
                  </c:pt>
                  <c:pt idx="78">
                    <c:v>790</c:v>
                  </c:pt>
                  <c:pt idx="79">
                    <c:v>800</c:v>
                  </c:pt>
                  <c:pt idx="80">
                    <c:v>810</c:v>
                  </c:pt>
                  <c:pt idx="81">
                    <c:v>820</c:v>
                  </c:pt>
                  <c:pt idx="82">
                    <c:v>830</c:v>
                  </c:pt>
                  <c:pt idx="83">
                    <c:v>840</c:v>
                  </c:pt>
                  <c:pt idx="84">
                    <c:v>850</c:v>
                  </c:pt>
                  <c:pt idx="85">
                    <c:v>860</c:v>
                  </c:pt>
                  <c:pt idx="86">
                    <c:v>870</c:v>
                  </c:pt>
                  <c:pt idx="87">
                    <c:v>880</c:v>
                  </c:pt>
                  <c:pt idx="88">
                    <c:v>890</c:v>
                  </c:pt>
                  <c:pt idx="89">
                    <c:v>900</c:v>
                  </c:pt>
                  <c:pt idx="90">
                    <c:v>910</c:v>
                  </c:pt>
                  <c:pt idx="91">
                    <c:v>920</c:v>
                  </c:pt>
                  <c:pt idx="92">
                    <c:v>930</c:v>
                  </c:pt>
                  <c:pt idx="93">
                    <c:v>940</c:v>
                  </c:pt>
                  <c:pt idx="94">
                    <c:v>950</c:v>
                  </c:pt>
                  <c:pt idx="95">
                    <c:v>960</c:v>
                  </c:pt>
                  <c:pt idx="96">
                    <c:v>970</c:v>
                  </c:pt>
                  <c:pt idx="97">
                    <c:v>980</c:v>
                  </c:pt>
                  <c:pt idx="98">
                    <c:v>990</c:v>
                  </c:pt>
                  <c:pt idx="99">
                    <c:v>1000</c:v>
                  </c:pt>
                  <c:pt idx="100">
                    <c:v>1010</c:v>
                  </c:pt>
                  <c:pt idx="101">
                    <c:v>1020</c:v>
                  </c:pt>
                  <c:pt idx="102">
                    <c:v>1030</c:v>
                  </c:pt>
                  <c:pt idx="103">
                    <c:v>1040</c:v>
                  </c:pt>
                  <c:pt idx="104">
                    <c:v>1050</c:v>
                  </c:pt>
                  <c:pt idx="105">
                    <c:v>1060</c:v>
                  </c:pt>
                  <c:pt idx="106">
                    <c:v>1070</c:v>
                  </c:pt>
                  <c:pt idx="107">
                    <c:v>1080</c:v>
                  </c:pt>
                  <c:pt idx="108">
                    <c:v>1090</c:v>
                  </c:pt>
                  <c:pt idx="109">
                    <c:v>1100</c:v>
                  </c:pt>
                  <c:pt idx="110">
                    <c:v>1110</c:v>
                  </c:pt>
                  <c:pt idx="111">
                    <c:v>1120</c:v>
                  </c:pt>
                  <c:pt idx="112">
                    <c:v>1130</c:v>
                  </c:pt>
                  <c:pt idx="113">
                    <c:v>1140</c:v>
                  </c:pt>
                  <c:pt idx="114">
                    <c:v>1150</c:v>
                  </c:pt>
                  <c:pt idx="115">
                    <c:v>1160</c:v>
                  </c:pt>
                  <c:pt idx="116">
                    <c:v>1170</c:v>
                  </c:pt>
                  <c:pt idx="117">
                    <c:v>1180</c:v>
                  </c:pt>
                  <c:pt idx="118">
                    <c:v>1190</c:v>
                  </c:pt>
                  <c:pt idx="119">
                    <c:v>1200</c:v>
                  </c:pt>
                  <c:pt idx="120">
                    <c:v>1210</c:v>
                  </c:pt>
                  <c:pt idx="121">
                    <c:v>1220</c:v>
                  </c:pt>
                  <c:pt idx="122">
                    <c:v>1230</c:v>
                  </c:pt>
                  <c:pt idx="123">
                    <c:v>1240</c:v>
                  </c:pt>
                  <c:pt idx="124">
                    <c:v>1250</c:v>
                  </c:pt>
                  <c:pt idx="125">
                    <c:v>1260</c:v>
                  </c:pt>
                  <c:pt idx="126">
                    <c:v>1270</c:v>
                  </c:pt>
                  <c:pt idx="127">
                    <c:v>1280</c:v>
                  </c:pt>
                  <c:pt idx="128">
                    <c:v>1290</c:v>
                  </c:pt>
                  <c:pt idx="129">
                    <c:v>1300</c:v>
                  </c:pt>
                  <c:pt idx="130">
                    <c:v>1310</c:v>
                  </c:pt>
                  <c:pt idx="131">
                    <c:v>1320</c:v>
                  </c:pt>
                  <c:pt idx="132">
                    <c:v>1330</c:v>
                  </c:pt>
                  <c:pt idx="133">
                    <c:v>1340</c:v>
                  </c:pt>
                  <c:pt idx="134">
                    <c:v>1350</c:v>
                  </c:pt>
                  <c:pt idx="135">
                    <c:v>1360</c:v>
                  </c:pt>
                  <c:pt idx="136">
                    <c:v>1370</c:v>
                  </c:pt>
                  <c:pt idx="137">
                    <c:v>1380</c:v>
                  </c:pt>
                  <c:pt idx="138">
                    <c:v>1390</c:v>
                  </c:pt>
                </c:lvl>
              </c:multiLvlStrCache>
            </c:multiLvlStrRef>
          </c:cat>
          <c:val>
            <c:numRef>
              <c:f>Sheet1!$B$2:$B$140</c:f>
              <c:numCache>
                <c:formatCode>General</c:formatCode>
                <c:ptCount val="139"/>
                <c:pt idx="0">
                  <c:v>85.1</c:v>
                </c:pt>
                <c:pt idx="1">
                  <c:v>28</c:v>
                </c:pt>
                <c:pt idx="2">
                  <c:v>28.1</c:v>
                </c:pt>
                <c:pt idx="3">
                  <c:v>27.4</c:v>
                </c:pt>
                <c:pt idx="4">
                  <c:v>47.7</c:v>
                </c:pt>
                <c:pt idx="5">
                  <c:v>104.2</c:v>
                </c:pt>
                <c:pt idx="6">
                  <c:v>196.4</c:v>
                </c:pt>
                <c:pt idx="7">
                  <c:v>199.4</c:v>
                </c:pt>
                <c:pt idx="8">
                  <c:v>118.8</c:v>
                </c:pt>
                <c:pt idx="9">
                  <c:v>192.1</c:v>
                </c:pt>
                <c:pt idx="10">
                  <c:v>98.3</c:v>
                </c:pt>
                <c:pt idx="11">
                  <c:v>162.5</c:v>
                </c:pt>
                <c:pt idx="12">
                  <c:v>223.6</c:v>
                </c:pt>
                <c:pt idx="13">
                  <c:v>126.5</c:v>
                </c:pt>
                <c:pt idx="14">
                  <c:v>169.9</c:v>
                </c:pt>
                <c:pt idx="15">
                  <c:v>163.8</c:v>
                </c:pt>
                <c:pt idx="16">
                  <c:v>171.1</c:v>
                </c:pt>
                <c:pt idx="17">
                  <c:v>210.6</c:v>
                </c:pt>
                <c:pt idx="18">
                  <c:v>129.3</c:v>
                </c:pt>
                <c:pt idx="19">
                  <c:v>203.3</c:v>
                </c:pt>
                <c:pt idx="20">
                  <c:v>133.2</c:v>
                </c:pt>
                <c:pt idx="21">
                  <c:v>170.5</c:v>
                </c:pt>
                <c:pt idx="22">
                  <c:v>358.6</c:v>
                </c:pt>
                <c:pt idx="23">
                  <c:v>208.5</c:v>
                </c:pt>
                <c:pt idx="24">
                  <c:v>40.1</c:v>
                </c:pt>
                <c:pt idx="25">
                  <c:v>100.8</c:v>
                </c:pt>
                <c:pt idx="26">
                  <c:v>40.5</c:v>
                </c:pt>
                <c:pt idx="27">
                  <c:v>38.2</c:v>
                </c:pt>
                <c:pt idx="28">
                  <c:v>33.1</c:v>
                </c:pt>
                <c:pt idx="29">
                  <c:v>43.3</c:v>
                </c:pt>
                <c:pt idx="30">
                  <c:v>90.2</c:v>
                </c:pt>
                <c:pt idx="31">
                  <c:v>39.6</c:v>
                </c:pt>
                <c:pt idx="32">
                  <c:v>32.2</c:v>
                </c:pt>
                <c:pt idx="33">
                  <c:v>177.7</c:v>
                </c:pt>
                <c:pt idx="34">
                  <c:v>43.3</c:v>
                </c:pt>
                <c:pt idx="35">
                  <c:v>63.8</c:v>
                </c:pt>
                <c:pt idx="36">
                  <c:v>126.7</c:v>
                </c:pt>
                <c:pt idx="37">
                  <c:v>83.5</c:v>
                </c:pt>
                <c:pt idx="38">
                  <c:v>100.5</c:v>
                </c:pt>
                <c:pt idx="39">
                  <c:v>53.8</c:v>
                </c:pt>
                <c:pt idx="40">
                  <c:v>45.5</c:v>
                </c:pt>
                <c:pt idx="41">
                  <c:v>208</c:v>
                </c:pt>
                <c:pt idx="42">
                  <c:v>55.8</c:v>
                </c:pt>
                <c:pt idx="43">
                  <c:v>123.2</c:v>
                </c:pt>
                <c:pt idx="44">
                  <c:v>121.9</c:v>
                </c:pt>
                <c:pt idx="45">
                  <c:v>122.8</c:v>
                </c:pt>
                <c:pt idx="46">
                  <c:v>341.4</c:v>
                </c:pt>
                <c:pt idx="47">
                  <c:v>88.3</c:v>
                </c:pt>
                <c:pt idx="48">
                  <c:v>110.9</c:v>
                </c:pt>
                <c:pt idx="49">
                  <c:v>226.2</c:v>
                </c:pt>
                <c:pt idx="50">
                  <c:v>196.8</c:v>
                </c:pt>
                <c:pt idx="51">
                  <c:v>235.3</c:v>
                </c:pt>
                <c:pt idx="52">
                  <c:v>152.8</c:v>
                </c:pt>
                <c:pt idx="53">
                  <c:v>145.6</c:v>
                </c:pt>
                <c:pt idx="54">
                  <c:v>246.5</c:v>
                </c:pt>
                <c:pt idx="55">
                  <c:v>196.8</c:v>
                </c:pt>
                <c:pt idx="56">
                  <c:v>194.6</c:v>
                </c:pt>
                <c:pt idx="57">
                  <c:v>50</c:v>
                </c:pt>
                <c:pt idx="58">
                  <c:v>247.5</c:v>
                </c:pt>
                <c:pt idx="59">
                  <c:v>276.4</c:v>
                </c:pt>
                <c:pt idx="60">
                  <c:v>144.1</c:v>
                </c:pt>
                <c:pt idx="61">
                  <c:v>71.6</c:v>
                </c:pt>
                <c:pt idx="62">
                  <c:v>71.1</c:v>
                </c:pt>
                <c:pt idx="63">
                  <c:v>73.8</c:v>
                </c:pt>
                <c:pt idx="64">
                  <c:v>83.4</c:v>
                </c:pt>
                <c:pt idx="65">
                  <c:v>242.6</c:v>
                </c:pt>
                <c:pt idx="66">
                  <c:v>135</c:v>
                </c:pt>
                <c:pt idx="67">
                  <c:v>154.2</c:v>
                </c:pt>
                <c:pt idx="68">
                  <c:v>139.6</c:v>
                </c:pt>
                <c:pt idx="69">
                  <c:v>114.3</c:v>
                </c:pt>
                <c:pt idx="70">
                  <c:v>220.9</c:v>
                </c:pt>
                <c:pt idx="71">
                  <c:v>161.8</c:v>
                </c:pt>
                <c:pt idx="72">
                  <c:v>137.7</c:v>
                </c:pt>
                <c:pt idx="73">
                  <c:v>174</c:v>
                </c:pt>
                <c:pt idx="74">
                  <c:v>272</c:v>
                </c:pt>
                <c:pt idx="75">
                  <c:v>193.4</c:v>
                </c:pt>
                <c:pt idx="76">
                  <c:v>267.5</c:v>
                </c:pt>
                <c:pt idx="77">
                  <c:v>162.8</c:v>
                </c:pt>
                <c:pt idx="78">
                  <c:v>123.2</c:v>
                </c:pt>
                <c:pt idx="79">
                  <c:v>114.8</c:v>
                </c:pt>
                <c:pt idx="80">
                  <c:v>266.9</c:v>
                </c:pt>
                <c:pt idx="81">
                  <c:v>247.7</c:v>
                </c:pt>
                <c:pt idx="82">
                  <c:v>133.1</c:v>
                </c:pt>
                <c:pt idx="83">
                  <c:v>225.3</c:v>
                </c:pt>
                <c:pt idx="84">
                  <c:v>150.7</c:v>
                </c:pt>
                <c:pt idx="85">
                  <c:v>362.7</c:v>
                </c:pt>
                <c:pt idx="86">
                  <c:v>171.1</c:v>
                </c:pt>
                <c:pt idx="87">
                  <c:v>187.4</c:v>
                </c:pt>
                <c:pt idx="88">
                  <c:v>237.6</c:v>
                </c:pt>
                <c:pt idx="89">
                  <c:v>202.8</c:v>
                </c:pt>
                <c:pt idx="90">
                  <c:v>236.2</c:v>
                </c:pt>
                <c:pt idx="91">
                  <c:v>207.1</c:v>
                </c:pt>
                <c:pt idx="92">
                  <c:v>258.6</c:v>
                </c:pt>
                <c:pt idx="93">
                  <c:v>195.7</c:v>
                </c:pt>
                <c:pt idx="94">
                  <c:v>177.1</c:v>
                </c:pt>
                <c:pt idx="95">
                  <c:v>238.4</c:v>
                </c:pt>
                <c:pt idx="96">
                  <c:v>200.7</c:v>
                </c:pt>
                <c:pt idx="97">
                  <c:v>209.5</c:v>
                </c:pt>
                <c:pt idx="98">
                  <c:v>109.4</c:v>
                </c:pt>
                <c:pt idx="99">
                  <c:v>223.5</c:v>
                </c:pt>
                <c:pt idx="100">
                  <c:v>211.9</c:v>
                </c:pt>
                <c:pt idx="101">
                  <c:v>116.9</c:v>
                </c:pt>
                <c:pt idx="102">
                  <c:v>171.4</c:v>
                </c:pt>
                <c:pt idx="103">
                  <c:v>252.6</c:v>
                </c:pt>
                <c:pt idx="104">
                  <c:v>214.1</c:v>
                </c:pt>
                <c:pt idx="105">
                  <c:v>272.9</c:v>
                </c:pt>
                <c:pt idx="106">
                  <c:v>207.9</c:v>
                </c:pt>
                <c:pt idx="107">
                  <c:v>274.7</c:v>
                </c:pt>
                <c:pt idx="108">
                  <c:v>178.4</c:v>
                </c:pt>
                <c:pt idx="109">
                  <c:v>306.2</c:v>
                </c:pt>
                <c:pt idx="110">
                  <c:v>305.5</c:v>
                </c:pt>
                <c:pt idx="111">
                  <c:v>305.3</c:v>
                </c:pt>
                <c:pt idx="112">
                  <c:v>359.9</c:v>
                </c:pt>
                <c:pt idx="113">
                  <c:v>106.6</c:v>
                </c:pt>
                <c:pt idx="114">
                  <c:v>85</c:v>
                </c:pt>
                <c:pt idx="115">
                  <c:v>390.2</c:v>
                </c:pt>
                <c:pt idx="116">
                  <c:v>262.9</c:v>
                </c:pt>
                <c:pt idx="117">
                  <c:v>270.9</c:v>
                </c:pt>
                <c:pt idx="118">
                  <c:v>236.1</c:v>
                </c:pt>
                <c:pt idx="119">
                  <c:v>206.8</c:v>
                </c:pt>
                <c:pt idx="120">
                  <c:v>159.5</c:v>
                </c:pt>
                <c:pt idx="121">
                  <c:v>163.2</c:v>
                </c:pt>
                <c:pt idx="122">
                  <c:v>237.9</c:v>
                </c:pt>
                <c:pt idx="123">
                  <c:v>231.5</c:v>
                </c:pt>
                <c:pt idx="124">
                  <c:v>246</c:v>
                </c:pt>
                <c:pt idx="125">
                  <c:v>168.7</c:v>
                </c:pt>
                <c:pt idx="126">
                  <c:v>168.2</c:v>
                </c:pt>
                <c:pt idx="127">
                  <c:v>326.4</c:v>
                </c:pt>
                <c:pt idx="128">
                  <c:v>409.7</c:v>
                </c:pt>
                <c:pt idx="129">
                  <c:v>48.4</c:v>
                </c:pt>
                <c:pt idx="130">
                  <c:v>31.6</c:v>
                </c:pt>
                <c:pt idx="131">
                  <c:v>68</c:v>
                </c:pt>
                <c:pt idx="132">
                  <c:v>35.4</c:v>
                </c:pt>
                <c:pt idx="133">
                  <c:v>31.5</c:v>
                </c:pt>
                <c:pt idx="134">
                  <c:v>32.4</c:v>
                </c:pt>
                <c:pt idx="135">
                  <c:v>38.1</c:v>
                </c:pt>
                <c:pt idx="136">
                  <c:v>39.8</c:v>
                </c:pt>
                <c:pt idx="137">
                  <c:v>41.4</c:v>
                </c:pt>
                <c:pt idx="138">
                  <c:v>43.1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F28C28"/>
            </a:solidFill>
            <a:ln w="19050" cap="flat">
              <a:solidFill>
                <a:srgbClr val="F28C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C28"/>
              </a:solidFill>
              <a:ln w="9525" cap="flat">
                <a:solidFill>
                  <a:srgbClr val="F28C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Sheet1!$A$2:$A$140</c:f>
              <c:multiLvlStrCache>
                <c:ptCount val="139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  <c:pt idx="7">
                    <c:v>80</c:v>
                  </c:pt>
                  <c:pt idx="8">
                    <c:v>90</c:v>
                  </c:pt>
                  <c:pt idx="9">
                    <c:v>100</c:v>
                  </c:pt>
                  <c:pt idx="10">
                    <c:v>110</c:v>
                  </c:pt>
                  <c:pt idx="11">
                    <c:v>120</c:v>
                  </c:pt>
                  <c:pt idx="12">
                    <c:v>130</c:v>
                  </c:pt>
                  <c:pt idx="13">
                    <c:v>140</c:v>
                  </c:pt>
                  <c:pt idx="14">
                    <c:v>150</c:v>
                  </c:pt>
                  <c:pt idx="15">
                    <c:v>160</c:v>
                  </c:pt>
                  <c:pt idx="16">
                    <c:v>170</c:v>
                  </c:pt>
                  <c:pt idx="17">
                    <c:v>180</c:v>
                  </c:pt>
                  <c:pt idx="18">
                    <c:v>190</c:v>
                  </c:pt>
                  <c:pt idx="19">
                    <c:v>200</c:v>
                  </c:pt>
                  <c:pt idx="20">
                    <c:v>210</c:v>
                  </c:pt>
                  <c:pt idx="21">
                    <c:v>220</c:v>
                  </c:pt>
                  <c:pt idx="22">
                    <c:v>230</c:v>
                  </c:pt>
                  <c:pt idx="23">
                    <c:v>240</c:v>
                  </c:pt>
                  <c:pt idx="24">
                    <c:v>250</c:v>
                  </c:pt>
                  <c:pt idx="25">
                    <c:v>260</c:v>
                  </c:pt>
                  <c:pt idx="26">
                    <c:v>270</c:v>
                  </c:pt>
                  <c:pt idx="27">
                    <c:v>280</c:v>
                  </c:pt>
                  <c:pt idx="28">
                    <c:v>290</c:v>
                  </c:pt>
                  <c:pt idx="29">
                    <c:v>300</c:v>
                  </c:pt>
                  <c:pt idx="30">
                    <c:v>310</c:v>
                  </c:pt>
                  <c:pt idx="31">
                    <c:v>320</c:v>
                  </c:pt>
                  <c:pt idx="32">
                    <c:v>330</c:v>
                  </c:pt>
                  <c:pt idx="33">
                    <c:v>340</c:v>
                  </c:pt>
                  <c:pt idx="34">
                    <c:v>350</c:v>
                  </c:pt>
                  <c:pt idx="35">
                    <c:v>360</c:v>
                  </c:pt>
                  <c:pt idx="36">
                    <c:v>370</c:v>
                  </c:pt>
                  <c:pt idx="37">
                    <c:v>380</c:v>
                  </c:pt>
                  <c:pt idx="38">
                    <c:v>390</c:v>
                  </c:pt>
                  <c:pt idx="39">
                    <c:v>400</c:v>
                  </c:pt>
                  <c:pt idx="40">
                    <c:v>410</c:v>
                  </c:pt>
                  <c:pt idx="41">
                    <c:v>420</c:v>
                  </c:pt>
                  <c:pt idx="42">
                    <c:v>430</c:v>
                  </c:pt>
                  <c:pt idx="43">
                    <c:v>440</c:v>
                  </c:pt>
                  <c:pt idx="44">
                    <c:v>450</c:v>
                  </c:pt>
                  <c:pt idx="45">
                    <c:v>460</c:v>
                  </c:pt>
                  <c:pt idx="46">
                    <c:v>470</c:v>
                  </c:pt>
                  <c:pt idx="47">
                    <c:v>480</c:v>
                  </c:pt>
                  <c:pt idx="48">
                    <c:v>490</c:v>
                  </c:pt>
                  <c:pt idx="49">
                    <c:v>500</c:v>
                  </c:pt>
                  <c:pt idx="50">
                    <c:v>510</c:v>
                  </c:pt>
                  <c:pt idx="51">
                    <c:v>520</c:v>
                  </c:pt>
                  <c:pt idx="52">
                    <c:v>530</c:v>
                  </c:pt>
                  <c:pt idx="53">
                    <c:v>540</c:v>
                  </c:pt>
                  <c:pt idx="54">
                    <c:v>550</c:v>
                  </c:pt>
                  <c:pt idx="55">
                    <c:v>560</c:v>
                  </c:pt>
                  <c:pt idx="56">
                    <c:v>570</c:v>
                  </c:pt>
                  <c:pt idx="57">
                    <c:v>580</c:v>
                  </c:pt>
                  <c:pt idx="58">
                    <c:v>590</c:v>
                  </c:pt>
                  <c:pt idx="59">
                    <c:v>600</c:v>
                  </c:pt>
                  <c:pt idx="60">
                    <c:v>610</c:v>
                  </c:pt>
                  <c:pt idx="61">
                    <c:v>620</c:v>
                  </c:pt>
                  <c:pt idx="62">
                    <c:v>630</c:v>
                  </c:pt>
                  <c:pt idx="63">
                    <c:v>640</c:v>
                  </c:pt>
                  <c:pt idx="64">
                    <c:v>650</c:v>
                  </c:pt>
                  <c:pt idx="65">
                    <c:v>660</c:v>
                  </c:pt>
                  <c:pt idx="66">
                    <c:v>670</c:v>
                  </c:pt>
                  <c:pt idx="67">
                    <c:v>680</c:v>
                  </c:pt>
                  <c:pt idx="68">
                    <c:v>690</c:v>
                  </c:pt>
                  <c:pt idx="69">
                    <c:v>700</c:v>
                  </c:pt>
                  <c:pt idx="70">
                    <c:v>710</c:v>
                  </c:pt>
                  <c:pt idx="71">
                    <c:v>720</c:v>
                  </c:pt>
                  <c:pt idx="72">
                    <c:v>730</c:v>
                  </c:pt>
                  <c:pt idx="73">
                    <c:v>740</c:v>
                  </c:pt>
                  <c:pt idx="74">
                    <c:v>750</c:v>
                  </c:pt>
                  <c:pt idx="75">
                    <c:v>760</c:v>
                  </c:pt>
                  <c:pt idx="76">
                    <c:v>770</c:v>
                  </c:pt>
                  <c:pt idx="77">
                    <c:v>780</c:v>
                  </c:pt>
                  <c:pt idx="78">
                    <c:v>790</c:v>
                  </c:pt>
                  <c:pt idx="79">
                    <c:v>800</c:v>
                  </c:pt>
                  <c:pt idx="80">
                    <c:v>810</c:v>
                  </c:pt>
                  <c:pt idx="81">
                    <c:v>820</c:v>
                  </c:pt>
                  <c:pt idx="82">
                    <c:v>830</c:v>
                  </c:pt>
                  <c:pt idx="83">
                    <c:v>840</c:v>
                  </c:pt>
                  <c:pt idx="84">
                    <c:v>850</c:v>
                  </c:pt>
                  <c:pt idx="85">
                    <c:v>860</c:v>
                  </c:pt>
                  <c:pt idx="86">
                    <c:v>870</c:v>
                  </c:pt>
                  <c:pt idx="87">
                    <c:v>880</c:v>
                  </c:pt>
                  <c:pt idx="88">
                    <c:v>890</c:v>
                  </c:pt>
                  <c:pt idx="89">
                    <c:v>900</c:v>
                  </c:pt>
                  <c:pt idx="90">
                    <c:v>910</c:v>
                  </c:pt>
                  <c:pt idx="91">
                    <c:v>920</c:v>
                  </c:pt>
                  <c:pt idx="92">
                    <c:v>930</c:v>
                  </c:pt>
                  <c:pt idx="93">
                    <c:v>940</c:v>
                  </c:pt>
                  <c:pt idx="94">
                    <c:v>950</c:v>
                  </c:pt>
                  <c:pt idx="95">
                    <c:v>960</c:v>
                  </c:pt>
                  <c:pt idx="96">
                    <c:v>970</c:v>
                  </c:pt>
                  <c:pt idx="97">
                    <c:v>980</c:v>
                  </c:pt>
                  <c:pt idx="98">
                    <c:v>990</c:v>
                  </c:pt>
                  <c:pt idx="99">
                    <c:v>1000</c:v>
                  </c:pt>
                  <c:pt idx="100">
                    <c:v>1010</c:v>
                  </c:pt>
                  <c:pt idx="101">
                    <c:v>1020</c:v>
                  </c:pt>
                  <c:pt idx="102">
                    <c:v>1030</c:v>
                  </c:pt>
                  <c:pt idx="103">
                    <c:v>1040</c:v>
                  </c:pt>
                  <c:pt idx="104">
                    <c:v>1050</c:v>
                  </c:pt>
                  <c:pt idx="105">
                    <c:v>1060</c:v>
                  </c:pt>
                  <c:pt idx="106">
                    <c:v>1070</c:v>
                  </c:pt>
                  <c:pt idx="107">
                    <c:v>1080</c:v>
                  </c:pt>
                  <c:pt idx="108">
                    <c:v>1090</c:v>
                  </c:pt>
                  <c:pt idx="109">
                    <c:v>1100</c:v>
                  </c:pt>
                  <c:pt idx="110">
                    <c:v>1110</c:v>
                  </c:pt>
                  <c:pt idx="111">
                    <c:v>1120</c:v>
                  </c:pt>
                  <c:pt idx="112">
                    <c:v>1130</c:v>
                  </c:pt>
                  <c:pt idx="113">
                    <c:v>1140</c:v>
                  </c:pt>
                  <c:pt idx="114">
                    <c:v>1150</c:v>
                  </c:pt>
                  <c:pt idx="115">
                    <c:v>1160</c:v>
                  </c:pt>
                  <c:pt idx="116">
                    <c:v>1170</c:v>
                  </c:pt>
                  <c:pt idx="117">
                    <c:v>1180</c:v>
                  </c:pt>
                  <c:pt idx="118">
                    <c:v>1190</c:v>
                  </c:pt>
                  <c:pt idx="119">
                    <c:v>1200</c:v>
                  </c:pt>
                  <c:pt idx="120">
                    <c:v>1210</c:v>
                  </c:pt>
                  <c:pt idx="121">
                    <c:v>1220</c:v>
                  </c:pt>
                  <c:pt idx="122">
                    <c:v>1230</c:v>
                  </c:pt>
                  <c:pt idx="123">
                    <c:v>1240</c:v>
                  </c:pt>
                  <c:pt idx="124">
                    <c:v>1250</c:v>
                  </c:pt>
                  <c:pt idx="125">
                    <c:v>1260</c:v>
                  </c:pt>
                  <c:pt idx="126">
                    <c:v>1270</c:v>
                  </c:pt>
                  <c:pt idx="127">
                    <c:v>1280</c:v>
                  </c:pt>
                  <c:pt idx="128">
                    <c:v>1290</c:v>
                  </c:pt>
                  <c:pt idx="129">
                    <c:v>1300</c:v>
                  </c:pt>
                  <c:pt idx="130">
                    <c:v>1310</c:v>
                  </c:pt>
                  <c:pt idx="131">
                    <c:v>1320</c:v>
                  </c:pt>
                  <c:pt idx="132">
                    <c:v>1330</c:v>
                  </c:pt>
                  <c:pt idx="133">
                    <c:v>1340</c:v>
                  </c:pt>
                  <c:pt idx="134">
                    <c:v>1350</c:v>
                  </c:pt>
                  <c:pt idx="135">
                    <c:v>1360</c:v>
                  </c:pt>
                  <c:pt idx="136">
                    <c:v>1370</c:v>
                  </c:pt>
                  <c:pt idx="137">
                    <c:v>1380</c:v>
                  </c:pt>
                  <c:pt idx="138">
                    <c:v>1390</c:v>
                  </c:pt>
                </c:lvl>
              </c:multiLvlStrCache>
            </c:multiLvlStrRef>
          </c:cat>
          <c:val>
            <c:numRef>
              <c:f>Sheet1!$C$2:$C$140</c:f>
              <c:numCache>
                <c:formatCode>General</c:formatCode>
                <c:ptCount val="139"/>
                <c:pt idx="0">
                  <c:v>18.4</c:v>
                </c:pt>
                <c:pt idx="1">
                  <c:v>18</c:v>
                </c:pt>
                <c:pt idx="2">
                  <c:v>17.9</c:v>
                </c:pt>
                <c:pt idx="3">
                  <c:v>17.8</c:v>
                </c:pt>
                <c:pt idx="4">
                  <c:v>19</c:v>
                </c:pt>
                <c:pt idx="5">
                  <c:v>21.6</c:v>
                </c:pt>
                <c:pt idx="6">
                  <c:v>41.3</c:v>
                </c:pt>
                <c:pt idx="7">
                  <c:v>110.5</c:v>
                </c:pt>
                <c:pt idx="8">
                  <c:v>90.4</c:v>
                </c:pt>
                <c:pt idx="9">
                  <c:v>81.4</c:v>
                </c:pt>
                <c:pt idx="10">
                  <c:v>55.4</c:v>
                </c:pt>
                <c:pt idx="11">
                  <c:v>80.5</c:v>
                </c:pt>
                <c:pt idx="12">
                  <c:v>57.2</c:v>
                </c:pt>
                <c:pt idx="13">
                  <c:v>52.1</c:v>
                </c:pt>
                <c:pt idx="14">
                  <c:v>54.4</c:v>
                </c:pt>
                <c:pt idx="15">
                  <c:v>102.2</c:v>
                </c:pt>
                <c:pt idx="16">
                  <c:v>88.3</c:v>
                </c:pt>
                <c:pt idx="17">
                  <c:v>98.9</c:v>
                </c:pt>
                <c:pt idx="18">
                  <c:v>93.1</c:v>
                </c:pt>
                <c:pt idx="19">
                  <c:v>98.5</c:v>
                </c:pt>
                <c:pt idx="20">
                  <c:v>90.6</c:v>
                </c:pt>
                <c:pt idx="21">
                  <c:v>51.9</c:v>
                </c:pt>
                <c:pt idx="22">
                  <c:v>38</c:v>
                </c:pt>
                <c:pt idx="23">
                  <c:v>26.9</c:v>
                </c:pt>
                <c:pt idx="24">
                  <c:v>23.6</c:v>
                </c:pt>
                <c:pt idx="25">
                  <c:v>26.5</c:v>
                </c:pt>
                <c:pt idx="26">
                  <c:v>24.3</c:v>
                </c:pt>
                <c:pt idx="27">
                  <c:v>24</c:v>
                </c:pt>
                <c:pt idx="28">
                  <c:v>23.4</c:v>
                </c:pt>
                <c:pt idx="29">
                  <c:v>22.2</c:v>
                </c:pt>
                <c:pt idx="30">
                  <c:v>23.6</c:v>
                </c:pt>
                <c:pt idx="31">
                  <c:v>21.2</c:v>
                </c:pt>
                <c:pt idx="32">
                  <c:v>21.7</c:v>
                </c:pt>
                <c:pt idx="33">
                  <c:v>25.5</c:v>
                </c:pt>
                <c:pt idx="34">
                  <c:v>19.7</c:v>
                </c:pt>
                <c:pt idx="35">
                  <c:v>18.5</c:v>
                </c:pt>
                <c:pt idx="36">
                  <c:v>17.9</c:v>
                </c:pt>
                <c:pt idx="37">
                  <c:v>15.1</c:v>
                </c:pt>
                <c:pt idx="38">
                  <c:v>26.7</c:v>
                </c:pt>
                <c:pt idx="39">
                  <c:v>20.8</c:v>
                </c:pt>
                <c:pt idx="40">
                  <c:v>19.7</c:v>
                </c:pt>
                <c:pt idx="41">
                  <c:v>21.7</c:v>
                </c:pt>
                <c:pt idx="42">
                  <c:v>19.9</c:v>
                </c:pt>
                <c:pt idx="43">
                  <c:v>65.2</c:v>
                </c:pt>
                <c:pt idx="44">
                  <c:v>66</c:v>
                </c:pt>
                <c:pt idx="45">
                  <c:v>88.3</c:v>
                </c:pt>
                <c:pt idx="46">
                  <c:v>136.9</c:v>
                </c:pt>
                <c:pt idx="47">
                  <c:v>67.4</c:v>
                </c:pt>
                <c:pt idx="48">
                  <c:v>67.6</c:v>
                </c:pt>
                <c:pt idx="49">
                  <c:v>118.2</c:v>
                </c:pt>
                <c:pt idx="50">
                  <c:v>31.4</c:v>
                </c:pt>
                <c:pt idx="51">
                  <c:v>27.4</c:v>
                </c:pt>
                <c:pt idx="52">
                  <c:v>88.5</c:v>
                </c:pt>
                <c:pt idx="53">
                  <c:v>101</c:v>
                </c:pt>
                <c:pt idx="54">
                  <c:v>67.4</c:v>
                </c:pt>
                <c:pt idx="55">
                  <c:v>118.2</c:v>
                </c:pt>
                <c:pt idx="56">
                  <c:v>85.1</c:v>
                </c:pt>
                <c:pt idx="57">
                  <c:v>17.5</c:v>
                </c:pt>
                <c:pt idx="58">
                  <c:v>59.3</c:v>
                </c:pt>
                <c:pt idx="59">
                  <c:v>115</c:v>
                </c:pt>
                <c:pt idx="60">
                  <c:v>56.8</c:v>
                </c:pt>
                <c:pt idx="61">
                  <c:v>54.5</c:v>
                </c:pt>
                <c:pt idx="62">
                  <c:v>54.4</c:v>
                </c:pt>
                <c:pt idx="63">
                  <c:v>54</c:v>
                </c:pt>
                <c:pt idx="64">
                  <c:v>54</c:v>
                </c:pt>
                <c:pt idx="65">
                  <c:v>38.9</c:v>
                </c:pt>
                <c:pt idx="66">
                  <c:v>25.3</c:v>
                </c:pt>
                <c:pt idx="67">
                  <c:v>78.9</c:v>
                </c:pt>
                <c:pt idx="68">
                  <c:v>88.7</c:v>
                </c:pt>
                <c:pt idx="69">
                  <c:v>69.1</c:v>
                </c:pt>
                <c:pt idx="70">
                  <c:v>115.1</c:v>
                </c:pt>
                <c:pt idx="71">
                  <c:v>95</c:v>
                </c:pt>
                <c:pt idx="72">
                  <c:v>93.3</c:v>
                </c:pt>
                <c:pt idx="73">
                  <c:v>128.9</c:v>
                </c:pt>
                <c:pt idx="74">
                  <c:v>173.8</c:v>
                </c:pt>
                <c:pt idx="75">
                  <c:v>134.6</c:v>
                </c:pt>
                <c:pt idx="76">
                  <c:v>166.5</c:v>
                </c:pt>
                <c:pt idx="77">
                  <c:v>99.5</c:v>
                </c:pt>
                <c:pt idx="78">
                  <c:v>74.7</c:v>
                </c:pt>
                <c:pt idx="79">
                  <c:v>79.4</c:v>
                </c:pt>
                <c:pt idx="80">
                  <c:v>173.9</c:v>
                </c:pt>
                <c:pt idx="81">
                  <c:v>112.6</c:v>
                </c:pt>
                <c:pt idx="82">
                  <c:v>91.2</c:v>
                </c:pt>
                <c:pt idx="83">
                  <c:v>100</c:v>
                </c:pt>
                <c:pt idx="84">
                  <c:v>92.6</c:v>
                </c:pt>
                <c:pt idx="85">
                  <c:v>170.5</c:v>
                </c:pt>
                <c:pt idx="86">
                  <c:v>112.9</c:v>
                </c:pt>
                <c:pt idx="87">
                  <c:v>136.6</c:v>
                </c:pt>
                <c:pt idx="88">
                  <c:v>139.7</c:v>
                </c:pt>
                <c:pt idx="89">
                  <c:v>180.8</c:v>
                </c:pt>
                <c:pt idx="90">
                  <c:v>144</c:v>
                </c:pt>
                <c:pt idx="91">
                  <c:v>152.6</c:v>
                </c:pt>
                <c:pt idx="92">
                  <c:v>184.1</c:v>
                </c:pt>
                <c:pt idx="93">
                  <c:v>155.3</c:v>
                </c:pt>
                <c:pt idx="94">
                  <c:v>153</c:v>
                </c:pt>
                <c:pt idx="95">
                  <c:v>156.2</c:v>
                </c:pt>
                <c:pt idx="96">
                  <c:v>148.5</c:v>
                </c:pt>
                <c:pt idx="97">
                  <c:v>171.2</c:v>
                </c:pt>
                <c:pt idx="98">
                  <c:v>108</c:v>
                </c:pt>
                <c:pt idx="99">
                  <c:v>171.7</c:v>
                </c:pt>
                <c:pt idx="100">
                  <c:v>150.4</c:v>
                </c:pt>
                <c:pt idx="101">
                  <c:v>103.5</c:v>
                </c:pt>
                <c:pt idx="102">
                  <c:v>130</c:v>
                </c:pt>
                <c:pt idx="103">
                  <c:v>225</c:v>
                </c:pt>
                <c:pt idx="104">
                  <c:v>214.1</c:v>
                </c:pt>
                <c:pt idx="105">
                  <c:v>138.3</c:v>
                </c:pt>
                <c:pt idx="106">
                  <c:v>132.7</c:v>
                </c:pt>
                <c:pt idx="107">
                  <c:v>58.3</c:v>
                </c:pt>
                <c:pt idx="108">
                  <c:v>96.4</c:v>
                </c:pt>
                <c:pt idx="109">
                  <c:v>105.8</c:v>
                </c:pt>
                <c:pt idx="110">
                  <c:v>154.3</c:v>
                </c:pt>
                <c:pt idx="111">
                  <c:v>174.8</c:v>
                </c:pt>
                <c:pt idx="112">
                  <c:v>241.7</c:v>
                </c:pt>
                <c:pt idx="113">
                  <c:v>44.1</c:v>
                </c:pt>
                <c:pt idx="114">
                  <c:v>48.5</c:v>
                </c:pt>
                <c:pt idx="115">
                  <c:v>212.5</c:v>
                </c:pt>
                <c:pt idx="116">
                  <c:v>163</c:v>
                </c:pt>
                <c:pt idx="117">
                  <c:v>197.8</c:v>
                </c:pt>
                <c:pt idx="118">
                  <c:v>112.8</c:v>
                </c:pt>
                <c:pt idx="119">
                  <c:v>158.9</c:v>
                </c:pt>
                <c:pt idx="120">
                  <c:v>100.5</c:v>
                </c:pt>
                <c:pt idx="121">
                  <c:v>138</c:v>
                </c:pt>
                <c:pt idx="122">
                  <c:v>96.2</c:v>
                </c:pt>
                <c:pt idx="123">
                  <c:v>175.8</c:v>
                </c:pt>
                <c:pt idx="124">
                  <c:v>146.8</c:v>
                </c:pt>
                <c:pt idx="125">
                  <c:v>92.1</c:v>
                </c:pt>
                <c:pt idx="126">
                  <c:v>126</c:v>
                </c:pt>
                <c:pt idx="127">
                  <c:v>185.4</c:v>
                </c:pt>
                <c:pt idx="128">
                  <c:v>48</c:v>
                </c:pt>
                <c:pt idx="129">
                  <c:v>24.6</c:v>
                </c:pt>
                <c:pt idx="130">
                  <c:v>24.9</c:v>
                </c:pt>
                <c:pt idx="131">
                  <c:v>25.2</c:v>
                </c:pt>
                <c:pt idx="132">
                  <c:v>24.8</c:v>
                </c:pt>
                <c:pt idx="133">
                  <c:v>25</c:v>
                </c:pt>
                <c:pt idx="134">
                  <c:v>24</c:v>
                </c:pt>
                <c:pt idx="135">
                  <c:v>23.1</c:v>
                </c:pt>
                <c:pt idx="136">
                  <c:v>23.2</c:v>
                </c:pt>
                <c:pt idx="137">
                  <c:v>23.1</c:v>
                </c:pt>
                <c:pt idx="138">
                  <c:v>21.8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min</c:v>
                </c:pt>
              </c:strCache>
            </c:strRef>
          </c:tx>
          <c:spPr>
            <a:solidFill>
              <a:srgbClr val="2E86AB"/>
            </a:solidFill>
            <a:ln w="1905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Sheet1!$A$2:$A$140</c:f>
              <c:multiLvlStrCache>
                <c:ptCount val="139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  <c:pt idx="7">
                    <c:v>80</c:v>
                  </c:pt>
                  <c:pt idx="8">
                    <c:v>90</c:v>
                  </c:pt>
                  <c:pt idx="9">
                    <c:v>100</c:v>
                  </c:pt>
                  <c:pt idx="10">
                    <c:v>110</c:v>
                  </c:pt>
                  <c:pt idx="11">
                    <c:v>120</c:v>
                  </c:pt>
                  <c:pt idx="12">
                    <c:v>130</c:v>
                  </c:pt>
                  <c:pt idx="13">
                    <c:v>140</c:v>
                  </c:pt>
                  <c:pt idx="14">
                    <c:v>150</c:v>
                  </c:pt>
                  <c:pt idx="15">
                    <c:v>160</c:v>
                  </c:pt>
                  <c:pt idx="16">
                    <c:v>170</c:v>
                  </c:pt>
                  <c:pt idx="17">
                    <c:v>180</c:v>
                  </c:pt>
                  <c:pt idx="18">
                    <c:v>190</c:v>
                  </c:pt>
                  <c:pt idx="19">
                    <c:v>200</c:v>
                  </c:pt>
                  <c:pt idx="20">
                    <c:v>210</c:v>
                  </c:pt>
                  <c:pt idx="21">
                    <c:v>220</c:v>
                  </c:pt>
                  <c:pt idx="22">
                    <c:v>230</c:v>
                  </c:pt>
                  <c:pt idx="23">
                    <c:v>240</c:v>
                  </c:pt>
                  <c:pt idx="24">
                    <c:v>250</c:v>
                  </c:pt>
                  <c:pt idx="25">
                    <c:v>260</c:v>
                  </c:pt>
                  <c:pt idx="26">
                    <c:v>270</c:v>
                  </c:pt>
                  <c:pt idx="27">
                    <c:v>280</c:v>
                  </c:pt>
                  <c:pt idx="28">
                    <c:v>290</c:v>
                  </c:pt>
                  <c:pt idx="29">
                    <c:v>300</c:v>
                  </c:pt>
                  <c:pt idx="30">
                    <c:v>310</c:v>
                  </c:pt>
                  <c:pt idx="31">
                    <c:v>320</c:v>
                  </c:pt>
                  <c:pt idx="32">
                    <c:v>330</c:v>
                  </c:pt>
                  <c:pt idx="33">
                    <c:v>340</c:v>
                  </c:pt>
                  <c:pt idx="34">
                    <c:v>350</c:v>
                  </c:pt>
                  <c:pt idx="35">
                    <c:v>360</c:v>
                  </c:pt>
                  <c:pt idx="36">
                    <c:v>370</c:v>
                  </c:pt>
                  <c:pt idx="37">
                    <c:v>380</c:v>
                  </c:pt>
                  <c:pt idx="38">
                    <c:v>390</c:v>
                  </c:pt>
                  <c:pt idx="39">
                    <c:v>400</c:v>
                  </c:pt>
                  <c:pt idx="40">
                    <c:v>410</c:v>
                  </c:pt>
                  <c:pt idx="41">
                    <c:v>420</c:v>
                  </c:pt>
                  <c:pt idx="42">
                    <c:v>430</c:v>
                  </c:pt>
                  <c:pt idx="43">
                    <c:v>440</c:v>
                  </c:pt>
                  <c:pt idx="44">
                    <c:v>450</c:v>
                  </c:pt>
                  <c:pt idx="45">
                    <c:v>460</c:v>
                  </c:pt>
                  <c:pt idx="46">
                    <c:v>470</c:v>
                  </c:pt>
                  <c:pt idx="47">
                    <c:v>480</c:v>
                  </c:pt>
                  <c:pt idx="48">
                    <c:v>490</c:v>
                  </c:pt>
                  <c:pt idx="49">
                    <c:v>500</c:v>
                  </c:pt>
                  <c:pt idx="50">
                    <c:v>510</c:v>
                  </c:pt>
                  <c:pt idx="51">
                    <c:v>520</c:v>
                  </c:pt>
                  <c:pt idx="52">
                    <c:v>530</c:v>
                  </c:pt>
                  <c:pt idx="53">
                    <c:v>540</c:v>
                  </c:pt>
                  <c:pt idx="54">
                    <c:v>550</c:v>
                  </c:pt>
                  <c:pt idx="55">
                    <c:v>560</c:v>
                  </c:pt>
                  <c:pt idx="56">
                    <c:v>570</c:v>
                  </c:pt>
                  <c:pt idx="57">
                    <c:v>580</c:v>
                  </c:pt>
                  <c:pt idx="58">
                    <c:v>590</c:v>
                  </c:pt>
                  <c:pt idx="59">
                    <c:v>600</c:v>
                  </c:pt>
                  <c:pt idx="60">
                    <c:v>610</c:v>
                  </c:pt>
                  <c:pt idx="61">
                    <c:v>620</c:v>
                  </c:pt>
                  <c:pt idx="62">
                    <c:v>630</c:v>
                  </c:pt>
                  <c:pt idx="63">
                    <c:v>640</c:v>
                  </c:pt>
                  <c:pt idx="64">
                    <c:v>650</c:v>
                  </c:pt>
                  <c:pt idx="65">
                    <c:v>660</c:v>
                  </c:pt>
                  <c:pt idx="66">
                    <c:v>670</c:v>
                  </c:pt>
                  <c:pt idx="67">
                    <c:v>680</c:v>
                  </c:pt>
                  <c:pt idx="68">
                    <c:v>690</c:v>
                  </c:pt>
                  <c:pt idx="69">
                    <c:v>700</c:v>
                  </c:pt>
                  <c:pt idx="70">
                    <c:v>710</c:v>
                  </c:pt>
                  <c:pt idx="71">
                    <c:v>720</c:v>
                  </c:pt>
                  <c:pt idx="72">
                    <c:v>730</c:v>
                  </c:pt>
                  <c:pt idx="73">
                    <c:v>740</c:v>
                  </c:pt>
                  <c:pt idx="74">
                    <c:v>750</c:v>
                  </c:pt>
                  <c:pt idx="75">
                    <c:v>760</c:v>
                  </c:pt>
                  <c:pt idx="76">
                    <c:v>770</c:v>
                  </c:pt>
                  <c:pt idx="77">
                    <c:v>780</c:v>
                  </c:pt>
                  <c:pt idx="78">
                    <c:v>790</c:v>
                  </c:pt>
                  <c:pt idx="79">
                    <c:v>800</c:v>
                  </c:pt>
                  <c:pt idx="80">
                    <c:v>810</c:v>
                  </c:pt>
                  <c:pt idx="81">
                    <c:v>820</c:v>
                  </c:pt>
                  <c:pt idx="82">
                    <c:v>830</c:v>
                  </c:pt>
                  <c:pt idx="83">
                    <c:v>840</c:v>
                  </c:pt>
                  <c:pt idx="84">
                    <c:v>850</c:v>
                  </c:pt>
                  <c:pt idx="85">
                    <c:v>860</c:v>
                  </c:pt>
                  <c:pt idx="86">
                    <c:v>870</c:v>
                  </c:pt>
                  <c:pt idx="87">
                    <c:v>880</c:v>
                  </c:pt>
                  <c:pt idx="88">
                    <c:v>890</c:v>
                  </c:pt>
                  <c:pt idx="89">
                    <c:v>900</c:v>
                  </c:pt>
                  <c:pt idx="90">
                    <c:v>910</c:v>
                  </c:pt>
                  <c:pt idx="91">
                    <c:v>920</c:v>
                  </c:pt>
                  <c:pt idx="92">
                    <c:v>930</c:v>
                  </c:pt>
                  <c:pt idx="93">
                    <c:v>940</c:v>
                  </c:pt>
                  <c:pt idx="94">
                    <c:v>950</c:v>
                  </c:pt>
                  <c:pt idx="95">
                    <c:v>960</c:v>
                  </c:pt>
                  <c:pt idx="96">
                    <c:v>970</c:v>
                  </c:pt>
                  <c:pt idx="97">
                    <c:v>980</c:v>
                  </c:pt>
                  <c:pt idx="98">
                    <c:v>990</c:v>
                  </c:pt>
                  <c:pt idx="99">
                    <c:v>1000</c:v>
                  </c:pt>
                  <c:pt idx="100">
                    <c:v>1010</c:v>
                  </c:pt>
                  <c:pt idx="101">
                    <c:v>1020</c:v>
                  </c:pt>
                  <c:pt idx="102">
                    <c:v>1030</c:v>
                  </c:pt>
                  <c:pt idx="103">
                    <c:v>1040</c:v>
                  </c:pt>
                  <c:pt idx="104">
                    <c:v>1050</c:v>
                  </c:pt>
                  <c:pt idx="105">
                    <c:v>1060</c:v>
                  </c:pt>
                  <c:pt idx="106">
                    <c:v>1070</c:v>
                  </c:pt>
                  <c:pt idx="107">
                    <c:v>1080</c:v>
                  </c:pt>
                  <c:pt idx="108">
                    <c:v>1090</c:v>
                  </c:pt>
                  <c:pt idx="109">
                    <c:v>1100</c:v>
                  </c:pt>
                  <c:pt idx="110">
                    <c:v>1110</c:v>
                  </c:pt>
                  <c:pt idx="111">
                    <c:v>1120</c:v>
                  </c:pt>
                  <c:pt idx="112">
                    <c:v>1130</c:v>
                  </c:pt>
                  <c:pt idx="113">
                    <c:v>1140</c:v>
                  </c:pt>
                  <c:pt idx="114">
                    <c:v>1150</c:v>
                  </c:pt>
                  <c:pt idx="115">
                    <c:v>1160</c:v>
                  </c:pt>
                  <c:pt idx="116">
                    <c:v>1170</c:v>
                  </c:pt>
                  <c:pt idx="117">
                    <c:v>1180</c:v>
                  </c:pt>
                  <c:pt idx="118">
                    <c:v>1190</c:v>
                  </c:pt>
                  <c:pt idx="119">
                    <c:v>1200</c:v>
                  </c:pt>
                  <c:pt idx="120">
                    <c:v>1210</c:v>
                  </c:pt>
                  <c:pt idx="121">
                    <c:v>1220</c:v>
                  </c:pt>
                  <c:pt idx="122">
                    <c:v>1230</c:v>
                  </c:pt>
                  <c:pt idx="123">
                    <c:v>1240</c:v>
                  </c:pt>
                  <c:pt idx="124">
                    <c:v>1250</c:v>
                  </c:pt>
                  <c:pt idx="125">
                    <c:v>1260</c:v>
                  </c:pt>
                  <c:pt idx="126">
                    <c:v>1270</c:v>
                  </c:pt>
                  <c:pt idx="127">
                    <c:v>1280</c:v>
                  </c:pt>
                  <c:pt idx="128">
                    <c:v>1290</c:v>
                  </c:pt>
                  <c:pt idx="129">
                    <c:v>1300</c:v>
                  </c:pt>
                  <c:pt idx="130">
                    <c:v>1310</c:v>
                  </c:pt>
                  <c:pt idx="131">
                    <c:v>1320</c:v>
                  </c:pt>
                  <c:pt idx="132">
                    <c:v>1330</c:v>
                  </c:pt>
                  <c:pt idx="133">
                    <c:v>1340</c:v>
                  </c:pt>
                  <c:pt idx="134">
                    <c:v>1350</c:v>
                  </c:pt>
                  <c:pt idx="135">
                    <c:v>1360</c:v>
                  </c:pt>
                  <c:pt idx="136">
                    <c:v>1370</c:v>
                  </c:pt>
                  <c:pt idx="137">
                    <c:v>1380</c:v>
                  </c:pt>
                  <c:pt idx="138">
                    <c:v>1390</c:v>
                  </c:pt>
                </c:lvl>
              </c:multiLvlStrCache>
            </c:multiLvlStrRef>
          </c:cat>
          <c:val>
            <c:numRef>
              <c:f>Sheet1!$D$2:$D$140</c:f>
              <c:numCache>
                <c:formatCode>General</c:formatCode>
                <c:ptCount val="139"/>
                <c:pt idx="0">
                  <c:v>6.2</c:v>
                </c:pt>
                <c:pt idx="1">
                  <c:v>6.6</c:v>
                </c:pt>
                <c:pt idx="2">
                  <c:v>7.5</c:v>
                </c:pt>
                <c:pt idx="3">
                  <c:v>8</c:v>
                </c:pt>
                <c:pt idx="4">
                  <c:v>5</c:v>
                </c:pt>
                <c:pt idx="5">
                  <c:v>7.1</c:v>
                </c:pt>
                <c:pt idx="6">
                  <c:v>8.4</c:v>
                </c:pt>
                <c:pt idx="7">
                  <c:v>65.5</c:v>
                </c:pt>
                <c:pt idx="8">
                  <c:v>50.2</c:v>
                </c:pt>
                <c:pt idx="9">
                  <c:v>17.9</c:v>
                </c:pt>
                <c:pt idx="10">
                  <c:v>6.9</c:v>
                </c:pt>
                <c:pt idx="11">
                  <c:v>17.8</c:v>
                </c:pt>
                <c:pt idx="12">
                  <c:v>6.5</c:v>
                </c:pt>
                <c:pt idx="13">
                  <c:v>10.1</c:v>
                </c:pt>
                <c:pt idx="14">
                  <c:v>14.4</c:v>
                </c:pt>
                <c:pt idx="15">
                  <c:v>69</c:v>
                </c:pt>
                <c:pt idx="16">
                  <c:v>24</c:v>
                </c:pt>
                <c:pt idx="17">
                  <c:v>39.5</c:v>
                </c:pt>
                <c:pt idx="18">
                  <c:v>66</c:v>
                </c:pt>
                <c:pt idx="19">
                  <c:v>45.7</c:v>
                </c:pt>
                <c:pt idx="20">
                  <c:v>21.9</c:v>
                </c:pt>
                <c:pt idx="21">
                  <c:v>10.9</c:v>
                </c:pt>
                <c:pt idx="22">
                  <c:v>7.7</c:v>
                </c:pt>
                <c:pt idx="23">
                  <c:v>6.7</c:v>
                </c:pt>
                <c:pt idx="24">
                  <c:v>6.7</c:v>
                </c:pt>
                <c:pt idx="25">
                  <c:v>6.6</c:v>
                </c:pt>
                <c:pt idx="26">
                  <c:v>6.2</c:v>
                </c:pt>
                <c:pt idx="27">
                  <c:v>6.7</c:v>
                </c:pt>
                <c:pt idx="28">
                  <c:v>5.1</c:v>
                </c:pt>
                <c:pt idx="29">
                  <c:v>5</c:v>
                </c:pt>
                <c:pt idx="30">
                  <c:v>4.7</c:v>
                </c:pt>
                <c:pt idx="31">
                  <c:v>4.3</c:v>
                </c:pt>
                <c:pt idx="32">
                  <c:v>4.1</c:v>
                </c:pt>
                <c:pt idx="33">
                  <c:v>4.1</c:v>
                </c:pt>
                <c:pt idx="34">
                  <c:v>4.7</c:v>
                </c:pt>
                <c:pt idx="35">
                  <c:v>4.6</c:v>
                </c:pt>
                <c:pt idx="36">
                  <c:v>4.4</c:v>
                </c:pt>
                <c:pt idx="37">
                  <c:v>4</c:v>
                </c:pt>
                <c:pt idx="38">
                  <c:v>16.6</c:v>
                </c:pt>
                <c:pt idx="39">
                  <c:v>16.4</c:v>
                </c:pt>
                <c:pt idx="40">
                  <c:v>16.3</c:v>
                </c:pt>
                <c:pt idx="41">
                  <c:v>15.9</c:v>
                </c:pt>
                <c:pt idx="42">
                  <c:v>15.6</c:v>
                </c:pt>
                <c:pt idx="43">
                  <c:v>16.1</c:v>
                </c:pt>
                <c:pt idx="44">
                  <c:v>34.8</c:v>
                </c:pt>
                <c:pt idx="45">
                  <c:v>41.8</c:v>
                </c:pt>
                <c:pt idx="46">
                  <c:v>36</c:v>
                </c:pt>
                <c:pt idx="47">
                  <c:v>63</c:v>
                </c:pt>
                <c:pt idx="48">
                  <c:v>62.9</c:v>
                </c:pt>
                <c:pt idx="49">
                  <c:v>64.6</c:v>
                </c:pt>
                <c:pt idx="50">
                  <c:v>5.2</c:v>
                </c:pt>
                <c:pt idx="51">
                  <c:v>6.2</c:v>
                </c:pt>
                <c:pt idx="52">
                  <c:v>47</c:v>
                </c:pt>
                <c:pt idx="53">
                  <c:v>48.8</c:v>
                </c:pt>
                <c:pt idx="54">
                  <c:v>7.9</c:v>
                </c:pt>
                <c:pt idx="55">
                  <c:v>51.9</c:v>
                </c:pt>
                <c:pt idx="56">
                  <c:v>35.2</c:v>
                </c:pt>
                <c:pt idx="57">
                  <c:v>8.4</c:v>
                </c:pt>
                <c:pt idx="58">
                  <c:v>7</c:v>
                </c:pt>
                <c:pt idx="59">
                  <c:v>50.8</c:v>
                </c:pt>
                <c:pt idx="60">
                  <c:v>50.7</c:v>
                </c:pt>
                <c:pt idx="61">
                  <c:v>49.9</c:v>
                </c:pt>
                <c:pt idx="62">
                  <c:v>50.3</c:v>
                </c:pt>
                <c:pt idx="63">
                  <c:v>50.6</c:v>
                </c:pt>
                <c:pt idx="64">
                  <c:v>49.9</c:v>
                </c:pt>
                <c:pt idx="65">
                  <c:v>9.7</c:v>
                </c:pt>
                <c:pt idx="66">
                  <c:v>7.8</c:v>
                </c:pt>
                <c:pt idx="67">
                  <c:v>24.7</c:v>
                </c:pt>
                <c:pt idx="68">
                  <c:v>24.5</c:v>
                </c:pt>
                <c:pt idx="69">
                  <c:v>18.3</c:v>
                </c:pt>
                <c:pt idx="70">
                  <c:v>54.7</c:v>
                </c:pt>
                <c:pt idx="71">
                  <c:v>62.8</c:v>
                </c:pt>
                <c:pt idx="72">
                  <c:v>45.1</c:v>
                </c:pt>
                <c:pt idx="73">
                  <c:v>101.5</c:v>
                </c:pt>
                <c:pt idx="74">
                  <c:v>124.5</c:v>
                </c:pt>
                <c:pt idx="75">
                  <c:v>65</c:v>
                </c:pt>
                <c:pt idx="76">
                  <c:v>75.9</c:v>
                </c:pt>
                <c:pt idx="77">
                  <c:v>23.1</c:v>
                </c:pt>
                <c:pt idx="78">
                  <c:v>10</c:v>
                </c:pt>
                <c:pt idx="79">
                  <c:v>51</c:v>
                </c:pt>
                <c:pt idx="80">
                  <c:v>98.5</c:v>
                </c:pt>
                <c:pt idx="81">
                  <c:v>71.9</c:v>
                </c:pt>
                <c:pt idx="82">
                  <c:v>55.7</c:v>
                </c:pt>
                <c:pt idx="83">
                  <c:v>27.5</c:v>
                </c:pt>
                <c:pt idx="84">
                  <c:v>31.8</c:v>
                </c:pt>
                <c:pt idx="85">
                  <c:v>90.1</c:v>
                </c:pt>
                <c:pt idx="86">
                  <c:v>59.2</c:v>
                </c:pt>
                <c:pt idx="87">
                  <c:v>81.5</c:v>
                </c:pt>
                <c:pt idx="88">
                  <c:v>69.3</c:v>
                </c:pt>
                <c:pt idx="89">
                  <c:v>166</c:v>
                </c:pt>
                <c:pt idx="90">
                  <c:v>95.5</c:v>
                </c:pt>
                <c:pt idx="91">
                  <c:v>92.5</c:v>
                </c:pt>
                <c:pt idx="92">
                  <c:v>87.7</c:v>
                </c:pt>
                <c:pt idx="93">
                  <c:v>115</c:v>
                </c:pt>
                <c:pt idx="94">
                  <c:v>127.2</c:v>
                </c:pt>
                <c:pt idx="95">
                  <c:v>90.8</c:v>
                </c:pt>
                <c:pt idx="96">
                  <c:v>99.6</c:v>
                </c:pt>
                <c:pt idx="97">
                  <c:v>126.9</c:v>
                </c:pt>
                <c:pt idx="98">
                  <c:v>106.5</c:v>
                </c:pt>
                <c:pt idx="99">
                  <c:v>109.5</c:v>
                </c:pt>
                <c:pt idx="100">
                  <c:v>122.6</c:v>
                </c:pt>
                <c:pt idx="101">
                  <c:v>96</c:v>
                </c:pt>
                <c:pt idx="102">
                  <c:v>57.2</c:v>
                </c:pt>
                <c:pt idx="103">
                  <c:v>154.9</c:v>
                </c:pt>
                <c:pt idx="104">
                  <c:v>214.1</c:v>
                </c:pt>
                <c:pt idx="105">
                  <c:v>69.2</c:v>
                </c:pt>
                <c:pt idx="106">
                  <c:v>68.7</c:v>
                </c:pt>
                <c:pt idx="107">
                  <c:v>19.5</c:v>
                </c:pt>
                <c:pt idx="108">
                  <c:v>25.2</c:v>
                </c:pt>
                <c:pt idx="109">
                  <c:v>49.3</c:v>
                </c:pt>
                <c:pt idx="110">
                  <c:v>109.4</c:v>
                </c:pt>
                <c:pt idx="111">
                  <c:v>70.2</c:v>
                </c:pt>
                <c:pt idx="112">
                  <c:v>172.2</c:v>
                </c:pt>
                <c:pt idx="113">
                  <c:v>17.9</c:v>
                </c:pt>
                <c:pt idx="114">
                  <c:v>14.7</c:v>
                </c:pt>
                <c:pt idx="115">
                  <c:v>131.2</c:v>
                </c:pt>
                <c:pt idx="116">
                  <c:v>104.2</c:v>
                </c:pt>
                <c:pt idx="117">
                  <c:v>132.3</c:v>
                </c:pt>
                <c:pt idx="118">
                  <c:v>80.2</c:v>
                </c:pt>
                <c:pt idx="119">
                  <c:v>127.1</c:v>
                </c:pt>
                <c:pt idx="120">
                  <c:v>57</c:v>
                </c:pt>
                <c:pt idx="121">
                  <c:v>109.6</c:v>
                </c:pt>
                <c:pt idx="122">
                  <c:v>33.3</c:v>
                </c:pt>
                <c:pt idx="123">
                  <c:v>112.7</c:v>
                </c:pt>
                <c:pt idx="124">
                  <c:v>104.3</c:v>
                </c:pt>
                <c:pt idx="125">
                  <c:v>55.2</c:v>
                </c:pt>
                <c:pt idx="126">
                  <c:v>72.1</c:v>
                </c:pt>
                <c:pt idx="127">
                  <c:v>128.9</c:v>
                </c:pt>
                <c:pt idx="128">
                  <c:v>11.2</c:v>
                </c:pt>
                <c:pt idx="129">
                  <c:v>8.2</c:v>
                </c:pt>
                <c:pt idx="130">
                  <c:v>7.7</c:v>
                </c:pt>
                <c:pt idx="131">
                  <c:v>7.7</c:v>
                </c:pt>
                <c:pt idx="132">
                  <c:v>8.3</c:v>
                </c:pt>
                <c:pt idx="133">
                  <c:v>7.5</c:v>
                </c:pt>
                <c:pt idx="134">
                  <c:v>6.1</c:v>
                </c:pt>
                <c:pt idx="135">
                  <c:v>6.5</c:v>
                </c:pt>
                <c:pt idx="136">
                  <c:v>5.4</c:v>
                </c:pt>
                <c:pt idx="137">
                  <c:v>5.2</c:v>
                </c:pt>
                <c:pt idx="138">
                  <c:v>4.9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C6B7A"/>
                    </a:solidFill>
                    <a:latin typeface="+mn-lt"/>
                  </a:rPr>
                  <a:t>time since start (s)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C6B7A"/>
                    </a:solidFill>
                    <a:latin typeface="+mn-lt"/>
                  </a:rPr>
                  <a:t>ms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Final-product overview of the AMR: hardware, software stack, data, how to run it, known issues and learning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AMR · Robotics Society, IIT Jodhpur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Mobile Robot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ROS 2 Humble · micro-ROS · SLAM Toolbox · Nav2 — built from scratch in 5 days</a:t>
            </a:r>
            <a:endParaRPr lang="en-US" sz="2000" dirty="0"/>
          </a:p>
        </p:txBody>
      </p:sp>
      <p:pic>
        <p:nvPicPr>
          <p:cNvPr id="4" name="Image 0" descr="/home/shiv/Desktop/code/amr/final-product/docs/images/amr-rob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57200"/>
            <a:ext cx="3840480" cy="2880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Robotics Society, IIT Jodhpur · Core Team 2026–27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SLAM + Nav2 robot in five days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days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14600"/>
            <a:ext cx="22860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kickoff to autonomous navigation (23 → 28 Sep 2026)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4630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Hz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514600"/>
            <a:ext cx="22860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wheel control loop on the ESP32 and odometry on the Pi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rad/s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514600"/>
            <a:ext cx="22860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wheel speed limit ≈ 0.95 m/s top speed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52560" y="14630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972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script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2514600"/>
            <a:ext cx="22860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./amr_bringup.sh starts the whole robot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Goal: build an AMR end to end as Inter-IIT preparation — chassis, electronics, firmware, ROS 2 stack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Maps a room with an RPLIDAR A1 (SLAM Toolbox), localizes on the saved map (AMCL) and drives to goals (Nav2)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Raspberry Pi runs ROS 2; an ESP32 closes the wheel speed loops and talks to the Pi over micro-ROS (Wi-Fi)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Hardware: what the robot is built from</a:t>
            </a:r>
            <a:endParaRPr lang="en-US" sz="3200" dirty="0"/>
          </a:p>
        </p:txBody>
      </p:sp>
      <p:pic>
        <p:nvPicPr>
          <p:cNvPr id="3" name="Image 0" descr="/home/shiv/Desktop/code/amr/final-product/docs/images/amr-rob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212080"/>
            <a:ext cx="5120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T-slot frame · RPLIDAR on 3D-printed mount (front) · Pi · Cytron driver · ESP32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280160"/>
          <a:ext cx="5577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specs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2 computer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22.04, ROS 2 Humble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 PID, encoders, micro-ROS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Hz control task on core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Cytron motor driver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both motors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+ DIR, 20 kHz, 10-bit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motor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wheel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PG36M555-19.2K, 12 V, 262 RPM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motor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wheel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26.9:1 gearbox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 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ME-37, 7 PPR, 4× decoding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RPLIDAR 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laser scans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Hz, 12 m, /dev/ttyUSB0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0.056 m, track 0.39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5C6B7A"/>
          </a:solidFill>
          <a:ln w="12700">
            <a:solidFill>
              <a:srgbClr val="5C6B7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Laptop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RViz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9184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EEF1F5"/>
          </a:solidFill>
          <a:ln w="12700">
            <a:solidFill>
              <a:srgbClr val="EEF1F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Raspberry Pi · ROS 2 Humble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78308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Nav2 + AMCL  /  SLAM Toolbox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269748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amr_diff_drive (odometry + wheel cmds)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4960" y="361188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micro-ROS 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361188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rplidar_ros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361188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ESP32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PID + encoders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0" y="361188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33415C"/>
          </a:solidFill>
          <a:ln w="12700">
            <a:solidFill>
              <a:srgbClr val="33415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Cytron driver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0" y="493776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33415C"/>
          </a:solidFill>
          <a:ln w="12700">
            <a:solidFill>
              <a:srgbClr val="33415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Motors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encoders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51206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33415C"/>
          </a:solidFill>
          <a:ln w="12700">
            <a:solidFill>
              <a:srgbClr val="33415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RPLIDAR A1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2011680"/>
            <a:ext cx="100584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37744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DDS Wi-Fi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2423160"/>
            <a:ext cx="914" cy="27432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17920" y="3337560"/>
            <a:ext cx="914" cy="27432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4389120" y="3337560"/>
            <a:ext cx="914" cy="27432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40880" y="3931920"/>
            <a:ext cx="118872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08660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UDP 8888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875520" y="3931920"/>
            <a:ext cx="36576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972800" y="4297680"/>
            <a:ext cx="914" cy="64008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1101852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PWM+DIR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H="1" flipV="1">
            <a:off x="9418320" y="4297680"/>
            <a:ext cx="822960" cy="96012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8778240" y="4846320"/>
            <a:ext cx="1280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encoder A/B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V="1">
            <a:off x="4389120" y="4297680"/>
            <a:ext cx="914" cy="8229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480560" y="4617720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USB serial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2926080"/>
            <a:ext cx="25603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Pi: perception, mapping, planning, odometry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ESP32: hard real-time wheel control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Only Nav2 or teleop drives /cmd_vel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flow: topics between nodes (nav mode)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33415C"/>
          </a:solidFill>
          <a:ln w="12700">
            <a:solidFill>
              <a:srgbClr val="33415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rplidar_node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33415C"/>
          </a:solidFill>
          <a:ln w="12700">
            <a:solidFill>
              <a:srgbClr val="33415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map_server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5C6B7A"/>
          </a:solidFill>
          <a:ln w="12700">
            <a:solidFill>
              <a:srgbClr val="5C6B7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RViz (goal, initial pose)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201168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amcl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384048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Nav2 servers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planner · controller 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bt_navigator · smoother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0" y="402336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velocity_smoother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201168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amr_diff_drive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0" y="20116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ESP32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1737360"/>
            <a:ext cx="1005840" cy="54864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46888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/scan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V="1">
            <a:off x="2651760" y="2560320"/>
            <a:ext cx="1005840" cy="54864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46888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/map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V="1">
            <a:off x="2651760" y="4389120"/>
            <a:ext cx="1005840" cy="9144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468880" y="4142232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goal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914" cy="109728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84632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map→odom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4389120"/>
            <a:ext cx="109728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669280" y="4096512"/>
            <a:ext cx="1463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cmd_vel_nav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V="1">
            <a:off x="8001000" y="2743200"/>
            <a:ext cx="914" cy="12801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09244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/cmd_vel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52560" y="2240280"/>
            <a:ext cx="73152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9052560" y="2560320"/>
            <a:ext cx="73152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877824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/left_vel /right_vel 50 Hz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← /encoder_telemetry 20 Hz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/odom + TF odom→base_link (50 Hz) feed AMCL and Nav2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In slam mode, map_server + amcl + Nav2 are replaced by slam_toolbox, and /cmd_vel comes from teleop.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 tree and one-command bringup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33415C"/>
          </a:solidFill>
          <a:ln w="12700">
            <a:solidFill>
              <a:srgbClr val="33415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0" y="1965960"/>
            <a:ext cx="914" cy="64008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182880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AMCL (nav) / SLAM Toolbox (slam)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odom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0" y="3200400"/>
            <a:ext cx="914" cy="64008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182880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amr_diff_drive, 50 Hz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base_link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45920" y="4434840"/>
            <a:ext cx="914" cy="64008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182880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static: x 0.175, z 0.100 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07492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5C6B7A"/>
          </a:solidFill>
          <a:ln w="12700">
            <a:solidFill>
              <a:srgbClr val="5C6B7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laser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13716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micro-ROS agent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wait /encoder_telemetry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22860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laser TF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laser_tf.launch.py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32004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318211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amr_diff_drive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wait /odom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03520" y="41148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rplidar_ros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4389120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wait /scan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03520" y="50292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0352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501091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Nav2 or SLAM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5303520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wait 'Managed nodes are active'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1371600"/>
            <a:ext cx="265176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./amr_bringup.sh [nav|slam|robot]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Each program in its own process group, log in ~/amr_logs/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Kills leftovers from earlier runs first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Ctrl-C: SIGINT to all, SIGKILL after 5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micro-ROS: the ESP32 as a ROS 2 node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QoS /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→ ESP32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/left_vel, /right_vel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 (rad/s)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reliable, 50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→ 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/encoder_telemetry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effort, 20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743200"/>
            <a:ext cx="658368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Agent on the Pi (udp4, port 8888) creates DDS entities for the ESP32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Static message memory — no heap allocation on the ESP32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Time sync at connect: telemetry stamped with Pi time for latency compensation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Motors stop whenever the agent is lost or commands are &gt; 500 ms old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863840" y="137160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5C6B7A"/>
          </a:solidFill>
          <a:ln w="12700">
            <a:solidFill>
              <a:srgbClr val="5C6B7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WAITING_AGENT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509760" y="1965960"/>
            <a:ext cx="914" cy="45720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7863840" y="242316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AGENT_AVAILABLE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509760" y="3017520"/>
            <a:ext cx="914" cy="45720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7863840" y="34747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3FA34D"/>
          </a:solidFill>
          <a:ln w="12700">
            <a:solidFill>
              <a:srgbClr val="3FA3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AGENT_CONNECTED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509760" y="4069080"/>
            <a:ext cx="914" cy="45720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7863840" y="452628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AGENT_DISCONNECTED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60120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ping ok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entities created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ping fails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5440680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↺ back to WAITING_AGENT (auto-reconnect, no reset needed)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 wheel speed control loop (50 Hz)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 encoder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PCNT hardware, 4×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1965960"/>
            <a:ext cx="27432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468880" y="1463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Velocity filter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α = 0.3 (τ ≈ 56 ms)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965960"/>
            <a:ext cx="27432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389120" y="1463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Setpoint ramp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≤ 40 rad/s²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965960"/>
            <a:ext cx="27432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309360" y="1463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Feed-forward + PI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kff·ref + min + kp·e + 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965960"/>
            <a:ext cx="27432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229600" y="1463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Anti-windup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freeze I when saturated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75520" y="1965960"/>
            <a:ext cx="27432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149840" y="1463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PWM + DIR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Cytron, 0–1023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(26.9:1)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(19.2:1)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kff (PWM per rad/s)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min (friction)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 / ki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/ 12.5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/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CPR (counts / wheel rev)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752.6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536.1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rad/s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rad/s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675120" y="3383280"/>
            <a:ext cx="49377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FreeRTOS task on core 1, never blocked by Wi-Fi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Shared state with loop() through one spinlock-protected struct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Serial console for live tuning: t, sq, pwm, kp L 12, plot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Feed-forward does most of the work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463040"/>
            <a:ext cx="384048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PWM ≈ kff · speed + friction offset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 17 rad/s: left ≈ 857 (84 %), right ≈ 752 (74 %)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Leaves headroom for the PI correction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 only fixes the remainder: load, battery, friction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Encoders: from counts to rad and rad/s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536192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Counting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2004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ME-37 encoder, 7 PPR. 4× decoding = 28 counts per motor revolution, × gear ratio per wheel revolution.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554480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536192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Position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03120"/>
            <a:ext cx="32004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 = 2π · counts / CPR, in double precision, cumulative since boot.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1554480"/>
            <a:ext cx="411480" cy="411480"/>
          </a:xfrm>
          <a:prstGeom prst="ellipse">
            <a:avLst/>
          </a:prstGeom>
          <a:solidFill>
            <a:srgbClr val="3FA34D"/>
          </a:solidFill>
          <a:ln w="12700">
            <a:solidFill>
              <a:srgbClr val="3FA3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0" y="1536192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Velocity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103120"/>
            <a:ext cx="32004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Δcounts over 20 ms, then low-pass filtered. One count = 0.42 rad/s (L), 0.59 rad/s (R).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[left_wheel, right_wheel]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rad, cumulative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rad/s, filtered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header.stamp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Pi-synchronized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400800" y="4023360"/>
            <a:ext cx="53035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 integrates position differences → no drift from lost packets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Jump &gt; 10 rad = encoder reset (ESP32 reboot), ignored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amr_diff_drive: kinematics and odometry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536192"/>
            <a:ext cx="4572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Command path (/cmd_vel → wheels)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51206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ωL = (v − ω·L/2)/r,  ωR = (v + ω·L/2)/r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wheels scaled together above 17 rad/s (same curve). 0.5 s timeout → stop.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840480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822192"/>
            <a:ext cx="4572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Odometry path (encoders → pose)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389120"/>
            <a:ext cx="51206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Δs = r(ΔR+ΔL)/2,  Δθ = r(ΔR−ΔL)/L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Exact arc integration → /odom and TF odom→base_link at 50 Hz.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400800" y="13716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400800" y="5394960"/>
            <a:ext cx="53035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Pose predicted from measurement time to now (≤ 0.2 s). Yaw error 4.51° → 0.01°.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encoder latency over Wi-Fi (28 Sep run)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503920" y="1463040"/>
            <a:ext cx="32004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139 windows, 0 stamps rejected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Window means 15.1–241.7 ms, median 85.1 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Peak sample 409.7 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Above 0.2 s the prediction is skipped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run: frequent micro-ROS reconnects → see Known issues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 and mapping: RPLIDAR A1 + SLAM Toolbox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33415C"/>
          </a:solidFill>
          <a:ln w="12700">
            <a:solidFill>
              <a:srgbClr val="33415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/scan + odom TF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194560" y="1920240"/>
            <a:ext cx="27432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2468880" y="146304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5C6B7A"/>
          </a:solidFill>
          <a:ln w="12700">
            <a:solidFill>
              <a:srgbClr val="5C6B7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Motion gate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0.3 m / 0.3 rad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1920240"/>
            <a:ext cx="27432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389120" y="146304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Scan matching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920240"/>
            <a:ext cx="27432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09360" y="146304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Pose graph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loop closure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920240"/>
            <a:ext cx="27432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229600" y="146304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Ceres optimize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75520" y="1920240"/>
            <a:ext cx="27432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149840" y="146304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/map + map→odom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5303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RPLIDAR 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Sensitivity, 8 kHz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/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Hz, 0.15–12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laser (0.175 m ahead of base_link)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/dev/ttyUSB0, 115200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834640"/>
          <a:ext cx="5303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SLAM Toolbox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async, mapping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3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Save: ros2 run nav2_map_server map_saver_cli -f ~/amr/maps/&lt;name&gt;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Navigation: Nav2 from goal to wheels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5C6B7A"/>
          </a:solidFill>
          <a:ln w="12700">
            <a:solidFill>
              <a:srgbClr val="5C6B7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Goal (RViz)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40280" y="1965960"/>
            <a:ext cx="22860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2468880" y="146304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bt_navigator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replan 1 Hz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1965960"/>
            <a:ext cx="22860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389120" y="146304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NavFn planner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global costmap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965960"/>
            <a:ext cx="22860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09360" y="146304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Regulated Pure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Pursuit, local costmap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01000" y="1965960"/>
            <a:ext cx="22860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229600" y="146304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velocity_smoother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0.25 m/s, 1 rad/s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921240" y="1965960"/>
            <a:ext cx="228600" cy="91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149840" y="146304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amr_diff_drive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80160" y="3090672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Localization: AMCL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57600"/>
            <a:ext cx="32004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300–1500 particles, likelihood-field laser model, 60 beams. Updates after 0.15 m / 0.2 rad. Start with 2D Pose Estimate.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292608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3108960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3090672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Costmaps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657600"/>
            <a:ext cx="32004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 3×3 m in odom, global in map. Obstacles to 2.5 m, inflation 0.40 m. Footprint 0.50 × 0.46 m.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292608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3108960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869680" y="3090672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Recovery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657600"/>
            <a:ext cx="32004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Clear costmaps → spin 1.57 rad → wait 5 s → back up 0.30 m. Up to 6 retries. All Nav2 nodes in one process.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structure and how to run it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amr_bringup.sh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everything (nav | slam | robot)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amr_ws/src/amr_diff_drive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odometry + wheel commands (Python)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amr_ws/src/amr_navigation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SLAM, Nav2, laser TF launch + 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amr_ws/src/amr_teleop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WASD keyboard teleop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amr_ws/src/rplidar_ros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driver (vendored)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microros_ws/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micro-ROS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firmware/esp32/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sketch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architecture, guides, hardware,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949440" y="137160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178040" y="1600200"/>
            <a:ext cx="43891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 -s &lt;clone&gt;/final-product ~/amr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~/amr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scripts/install_deps.sh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scripts/build.sh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./amr_bringup.sh        # nav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./amr_bringup.sh slam   # mapping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run amr_teleop wasd_teleop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4754880"/>
            <a:ext cx="43891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Flash the ESP32 first: set Wi-Fi SSID, password and the Pi's IP in amr_esp32.ino.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issues and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536192"/>
            <a:ext cx="4572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Fix before the next run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51206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ROS domain mismatch risk (firmware uses domain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Unstable micro-ROS link: 203 sessions in 22 min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 encoder latency in the same run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913632"/>
            <a:ext cx="4572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Measure, then tune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480560"/>
            <a:ext cx="51206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footprint (0.50 × 0.46 m is a placeholder)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Wheel radius and separation calibration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LiDAR mount offsets; then Nav2 speed and inflation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554480"/>
            <a:ext cx="411480" cy="411480"/>
          </a:xfrm>
          <a:prstGeom prst="ellipse">
            <a:avLst/>
          </a:prstGeom>
          <a:solidFill>
            <a:srgbClr val="3FA34D"/>
          </a:solidFill>
          <a:ln w="12700">
            <a:solidFill>
              <a:srgbClr val="3FA3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0880" y="1536192"/>
            <a:ext cx="4480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103120"/>
            <a:ext cx="5029200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URDF from the CAD (robot model in RViz)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IMU + EKF fusion with wheel odometry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twist_mux so teleop can override Nav2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Network settings stored in ESP32 flash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Demo videos: AMCL, obstacle avoidance, recovery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 list: docs/known-issues.md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guide: learn the prerequisites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 ROS 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22860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Humble tutorials, Articulated Robotics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4630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 TF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94560"/>
            <a:ext cx="22860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tf2 docs, REP-103, REP-105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 Kinematics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94560"/>
            <a:ext cx="22860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diff-drive notes, Modern Robotics ch. 13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52560" y="14630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Motor control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194560"/>
            <a:ext cx="22860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PID video series, encoders, FreeRTOS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 micro-ROS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297680"/>
            <a:ext cx="22860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overview, concepts, micro_ros_arduino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83280" y="35661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6616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 SLAM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297680"/>
            <a:ext cx="22860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Stachniss lectures, Probabilistic Robotics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7 Nav2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297680"/>
            <a:ext cx="22860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concepts, robot setup and tuning guides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3657600"/>
            <a:ext cx="26517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resource-guide/README.md — foundational material in suggested order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continued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final-product/README.md · docs/guides/ · resource-guide/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R">
  <a:themeElements>
    <a:clrScheme name="AMR">
      <a:dk1>
        <a:srgbClr val="1B2430"/>
      </a:dk1>
      <a:lt1>
        <a:srgbClr val="FFFFFF"/>
      </a:lt1>
      <a:dk2>
        <a:srgbClr val="33415C"/>
      </a:dk2>
      <a:lt2>
        <a:srgbClr val="EEF1F5"/>
      </a:lt2>
      <a:accent1>
        <a:srgbClr val="F28C28"/>
      </a:accent1>
      <a:accent2>
        <a:srgbClr val="2E86AB"/>
      </a:accent2>
      <a:accent3>
        <a:srgbClr val="5C6B7A"/>
      </a:accent3>
      <a:accent4>
        <a:srgbClr val="3FA34D"/>
      </a:accent4>
      <a:accent5>
        <a:srgbClr val="C0392B"/>
      </a:accent5>
      <a:accent6>
        <a:srgbClr val="8E6CC0"/>
      </a:accent6>
      <a:hlink>
        <a:srgbClr val="2E86AB"/>
      </a:hlink>
      <a:folHlink>
        <a:srgbClr val="8E6CC0"/>
      </a:folHlink>
    </a:clrScheme>
    <a:fontScheme name="AM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AMR: Differential-Drive Autonomous Mobile Robot</dc:title>
  <dc:subject>PptxGenJS Presentation</dc:subject>
  <dc:creator>Robotics Society, IIT Jodhpur</dc:creator>
  <cp:lastModifiedBy>Robotics Society, IIT Jodhpur</cp:lastModifiedBy>
  <cp:revision>1</cp:revision>
  <dcterms:created xsi:type="dcterms:W3CDTF">2026-10-03T06:49:50Z</dcterms:created>
  <dcterms:modified xsi:type="dcterms:W3CDTF">2026-10-03T06:49:50Z</dcterms:modified>
</cp:coreProperties>
</file>